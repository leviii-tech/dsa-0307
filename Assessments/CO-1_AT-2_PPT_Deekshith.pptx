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57" r:id="rId3"/>
    <p:sldId id="258" r:id="rId4"/>
    <p:sldId id="259" r:id="rId5"/>
    <p:sldId id="260" r:id="rId6"/>
    <p:sldId id="271" r:id="rId7"/>
    <p:sldId id="266" r:id="rId8"/>
    <p:sldId id="269" r:id="rId9"/>
    <p:sldId id="27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946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E4F3-7C4D-5204-1F3C-F485BB6F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ADBB3-D643-DE6C-6C9D-8E20F9DE4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0FB0F-1D9B-23A1-066E-C6BE3C652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93352-3763-16A4-3000-D4997786F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43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08F1C-B0DA-019D-6252-95BA22F8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4D8D3-0E9C-F088-F7F8-43688A7E0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ACC74-2002-4577-9022-8F07EF154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FCC3F-3BCD-A085-618B-B5CA59384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1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403387-D6D9-33F6-44B0-CC6EAD81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45" y="415211"/>
            <a:ext cx="8351831" cy="1282937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485AAFC5-1523-876A-75DE-154292748116}"/>
              </a:ext>
            </a:extLst>
          </p:cNvPr>
          <p:cNvSpPr/>
          <p:nvPr/>
        </p:nvSpPr>
        <p:spPr>
          <a:xfrm>
            <a:off x="883920" y="2770957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08000"/>
              </a:lnSpc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  <a:p>
            <a:pPr algn="ctr">
              <a:lnSpc>
                <a:spcPct val="108000"/>
              </a:lnSpc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Real-World Text Processing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08000"/>
              </a:lnSpc>
              <a:buNone/>
            </a:pPr>
            <a:endParaRPr lang="en-US" sz="360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DF8CB-FC36-66EF-77AF-B1799C7D516C}"/>
              </a:ext>
            </a:extLst>
          </p:cNvPr>
          <p:cNvSpPr txBox="1"/>
          <p:nvPr/>
        </p:nvSpPr>
        <p:spPr>
          <a:xfrm>
            <a:off x="2334125" y="2098655"/>
            <a:ext cx="7964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DSA0301 - NATURAL LANGUAGE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17BD6-C2D3-0525-94FB-56536680891A}"/>
              </a:ext>
            </a:extLst>
          </p:cNvPr>
          <p:cNvSpPr txBox="1"/>
          <p:nvPr/>
        </p:nvSpPr>
        <p:spPr>
          <a:xfrm>
            <a:off x="7339912" y="4908824"/>
            <a:ext cx="4641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Deekshith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(192472253)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CA22C-B67A-3E37-A826-EE20030B40D0}"/>
              </a:ext>
            </a:extLst>
          </p:cNvPr>
          <p:cNvSpPr txBox="1"/>
          <p:nvPr/>
        </p:nvSpPr>
        <p:spPr>
          <a:xfrm>
            <a:off x="883920" y="490882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K. Anbazhagan</a:t>
            </a:r>
          </a:p>
        </p:txBody>
      </p:sp>
    </p:spTree>
    <p:extLst>
      <p:ext uri="{BB962C8B-B14F-4D97-AF65-F5344CB8AC3E}">
        <p14:creationId xmlns:p14="http://schemas.microsoft.com/office/powerpoint/2010/main" val="113315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Regular Expression?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623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</a:t>
            </a: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commonly called </a:t>
            </a:r>
            <a:r>
              <a:rPr lang="en-US" sz="14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a sequence of characters that defines a search pattern. It is used to search, match, validate, and manipulate text.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words, regex acts like a smart search tool. Instead of searching for exact words, it searches for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29590" y="413308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/home/claude/regex_ppt/icons2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4248404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7947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everywhere: NLP, data science, web development, search engines, cybersecurity, and database management all rely on regex daily.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37960" y="1600200"/>
            <a:ext cx="5074920" cy="4251960"/>
          </a:xfrm>
          <a:prstGeom prst="roundRect">
            <a:avLst>
              <a:gd name="adj" fmla="val 1935"/>
            </a:avLst>
          </a:prstGeom>
          <a:solidFill>
            <a:srgbClr val="171E3A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FINDING EMAILS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58000" y="21945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need to know every email address beforehand — just the shape every email shares.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0" y="2834640"/>
            <a:ext cx="4434840" cy="1051560"/>
          </a:xfrm>
          <a:prstGeom prst="roundRect">
            <a:avLst>
              <a:gd name="adj" fmla="val 6087"/>
            </a:avLst>
          </a:prstGeom>
          <a:solidFill>
            <a:srgbClr val="0D1321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29535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text: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0" y="320040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“Contact </a:t>
            </a:r>
            <a:r>
              <a:rPr lang="en-US" sz="12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student@gmail.com</a:t>
            </a:r>
            <a:r>
              <a:rPr lang="en-US" sz="1200" dirty="0">
                <a:solidFill>
                  <a:srgbClr val="D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
</a:t>
            </a:r>
            <a:r>
              <a:rPr lang="en-US" sz="12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info@company.org</a:t>
            </a:r>
            <a:r>
              <a:rPr lang="en-US" sz="1200" dirty="0">
                <a:solidFill>
                  <a:srgbClr val="D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details.”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39959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regex pattern applied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0" y="4325112"/>
            <a:ext cx="4434840" cy="1051560"/>
          </a:xfrm>
          <a:prstGeom prst="roundRect">
            <a:avLst>
              <a:gd name="adj" fmla="val 6087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44348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matches: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40880" y="46908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student@gmail.com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info@company.org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PREPROCESSING LAYER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Regex Matters in NLP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deals with huge volumes of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</a:t>
            </a:r>
            <a:r>
              <a:rPr lang="en-US" sz="14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Before any model can analyze it, that text must be cleaned and organized — and without this preprocessing step, NLP models tend to produce inaccurate results.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171E3A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289864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/home/claude/regex_ppt/icons2/edi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410" y="303032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6576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40233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unwanted characters and symbols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16352" y="26060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171E3A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289864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/home/claude/regex_ppt/icons2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122" y="303032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36576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80944" y="40233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useful information from raw text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84064" y="26060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171E3A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52160" y="289864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2" descr="/home/claude/regex_ppt/icons2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834" y="303032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36576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48656" y="40233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text matches an expected format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351776" y="26060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171E3A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119872" y="289864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3" descr="/home/claude/regex_ppt/icons2/scisso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1546" y="3030322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61504" y="36576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516368" y="40233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text into sentences and words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9488" y="26060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171E3A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387584" y="2898648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8" name="Image 4" descr="/home/claude/regex_ppt/icons2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9258" y="3030322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29216" y="36576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784080" y="40233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clean input ready for ML models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 — PART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Quantifiers &amp; the Wildcard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402336"/>
          </a:xfrm>
          <a:prstGeom prst="roundRect">
            <a:avLst>
              <a:gd name="adj" fmla="val 9091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6002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PATTERN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16002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02536"/>
            <a:ext cx="11091672" cy="722376"/>
          </a:xfrm>
          <a:prstGeom prst="rect">
            <a:avLst/>
          </a:prstGeom>
          <a:solidFill>
            <a:srgbClr val="17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162556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6255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002536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character (except a newline)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2002536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002536"/>
            <a:ext cx="3154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cot, cut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24912"/>
            <a:ext cx="11091672" cy="722376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88493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849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2724912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more of the previous character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724912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go*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2724912"/>
            <a:ext cx="3154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g, go, goo, gooo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47288"/>
            <a:ext cx="11091672" cy="722376"/>
          </a:xfrm>
          <a:prstGeom prst="rect">
            <a:avLst/>
          </a:prstGeom>
          <a:solidFill>
            <a:srgbClr val="171E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07308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60730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65960" y="3447288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of the previous character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447288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3447288"/>
            <a:ext cx="3154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go, goo — not just “g”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169664"/>
            <a:ext cx="11091672" cy="722376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329684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32968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65960" y="4169664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character is optional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4169664"/>
            <a:ext cx="2834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colou?r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4169664"/>
            <a:ext cx="3154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colour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091672" cy="0"/>
          </a:xfrm>
          <a:prstGeom prst="line">
            <a:avLst/>
          </a:prstGeom>
          <a:noFill/>
          <a:ln w="12700">
            <a:solidFill>
              <a:srgbClr val="2B3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 — PART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Sets, Anchors &amp; Alternation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402336"/>
          </a:xfrm>
          <a:prstGeom prst="roundRect">
            <a:avLst>
              <a:gd name="adj" fmla="val 9091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6002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PATTERN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16002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02536"/>
            <a:ext cx="11091672" cy="577901"/>
          </a:xfrm>
          <a:prstGeom prst="rect">
            <a:avLst/>
          </a:prstGeom>
          <a:solidFill>
            <a:srgbClr val="17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090318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9031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002536"/>
            <a:ext cx="301752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any one character inside the brackets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2002536"/>
            <a:ext cx="28346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[0-9]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002536"/>
            <a:ext cx="315468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digit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80437"/>
            <a:ext cx="11091672" cy="577901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668219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668219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2580437"/>
            <a:ext cx="301752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must start with this pattern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580437"/>
            <a:ext cx="28346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^Hello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2580437"/>
            <a:ext cx="315468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 everyone” — not “Say Hello”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158338"/>
            <a:ext cx="11091672" cy="577901"/>
          </a:xfrm>
          <a:prstGeom prst="rect">
            <a:avLst/>
          </a:prstGeom>
          <a:solidFill>
            <a:srgbClr val="171E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246120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2461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65960" y="3158338"/>
            <a:ext cx="301752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must end with this pattern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158338"/>
            <a:ext cx="28346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world$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3158338"/>
            <a:ext cx="315468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 world” — not “world is nice”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736238"/>
            <a:ext cx="11091672" cy="577901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3824021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824021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65960" y="3736238"/>
            <a:ext cx="301752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matches either side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736238"/>
            <a:ext cx="28346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cat|dog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3736238"/>
            <a:ext cx="315468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dog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314139"/>
            <a:ext cx="11091672" cy="577901"/>
          </a:xfrm>
          <a:prstGeom prst="rect">
            <a:avLst/>
          </a:prstGeom>
          <a:solidFill>
            <a:srgbClr val="171E3A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40192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7352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40192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965960" y="4314139"/>
            <a:ext cx="301752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Escapes a symbol to match it literally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4314139"/>
            <a:ext cx="283464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66760" y="4314139"/>
            <a:ext cx="3154680" cy="57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literal period “.”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892040"/>
            <a:ext cx="11091672" cy="0"/>
          </a:xfrm>
          <a:prstGeom prst="line">
            <a:avLst/>
          </a:prstGeom>
          <a:noFill/>
          <a:ln w="12700">
            <a:solidFill>
              <a:srgbClr val="2B3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35C6D-7246-F589-C1DF-66C484F8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>
            <a:extLst>
              <a:ext uri="{FF2B5EF4-FFF2-40B4-BE49-F238E27FC236}">
                <a16:creationId xmlns:a16="http://schemas.microsoft.com/office/drawing/2014/main" id="{997C5F47-3008-BABA-62E4-9E3BFCEFE237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8756E25D-0E23-B003-1EB5-B97B1F072B8F}"/>
              </a:ext>
            </a:extLst>
          </p:cNvPr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Regex Powers Production Systems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2EFC6B58-AB29-4729-2666-7ED34D389180}"/>
              </a:ext>
            </a:extLst>
          </p:cNvPr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C8961C50-812A-685E-6CA9-02BB73234E08}"/>
              </a:ext>
            </a:extLst>
          </p:cNvPr>
          <p:cNvSpPr/>
          <p:nvPr/>
        </p:nvSpPr>
        <p:spPr>
          <a:xfrm>
            <a:off x="804672" y="1810512"/>
            <a:ext cx="530352" cy="530352"/>
          </a:xfrm>
          <a:prstGeom prst="ellipse">
            <a:avLst/>
          </a:prstGeom>
          <a:solidFill>
            <a:srgbClr val="16A085"/>
          </a:solidFill>
          <a:ln/>
        </p:spPr>
      </p:sp>
      <p:pic>
        <p:nvPicPr>
          <p:cNvPr id="48" name="Image 0" descr="/home/claude/regex_ppt/icons/mail.png">
            <a:extLst>
              <a:ext uri="{FF2B5EF4-FFF2-40B4-BE49-F238E27FC236}">
                <a16:creationId xmlns:a16="http://schemas.microsoft.com/office/drawing/2014/main" id="{9BD7B8E0-01DC-3466-B4F8-5CEE3FFFE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" y="1929841"/>
            <a:ext cx="291694" cy="291694"/>
          </a:xfrm>
          <a:prstGeom prst="rect">
            <a:avLst/>
          </a:prstGeom>
        </p:spPr>
      </p:pic>
      <p:sp>
        <p:nvSpPr>
          <p:cNvPr id="50" name="Text 4">
            <a:extLst>
              <a:ext uri="{FF2B5EF4-FFF2-40B4-BE49-F238E27FC236}">
                <a16:creationId xmlns:a16="http://schemas.microsoft.com/office/drawing/2014/main" id="{00EF4F01-DA73-2ABA-20C2-BC94B6920F3A}"/>
              </a:ext>
            </a:extLst>
          </p:cNvPr>
          <p:cNvSpPr/>
          <p:nvPr/>
        </p:nvSpPr>
        <p:spPr>
          <a:xfrm>
            <a:off x="80467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Field Validation</a:t>
            </a:r>
            <a:endParaRPr lang="en-US" sz="13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B61868E6-7719-C3A3-EBFE-425E4A7F35D7}"/>
              </a:ext>
            </a:extLst>
          </p:cNvPr>
          <p:cNvSpPr/>
          <p:nvPr/>
        </p:nvSpPr>
        <p:spPr>
          <a:xfrm>
            <a:off x="804672" y="288036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 numbers, postal codes, and IDs checked instantly on input.</a:t>
            </a:r>
            <a:endParaRPr lang="en-US" sz="1050" dirty="0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692BE566-2A45-8C93-6BE1-AC1D2C7052B3}"/>
              </a:ext>
            </a:extLst>
          </p:cNvPr>
          <p:cNvSpPr/>
          <p:nvPr/>
        </p:nvSpPr>
        <p:spPr>
          <a:xfrm>
            <a:off x="438912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206936B0-D5BA-023C-91CC-31AD34F8B210}"/>
              </a:ext>
            </a:extLst>
          </p:cNvPr>
          <p:cNvSpPr/>
          <p:nvPr/>
        </p:nvSpPr>
        <p:spPr>
          <a:xfrm>
            <a:off x="4645152" y="1810512"/>
            <a:ext cx="530352" cy="530352"/>
          </a:xfrm>
          <a:prstGeom prst="ellipse">
            <a:avLst/>
          </a:prstGeom>
          <a:solidFill>
            <a:srgbClr val="16A085"/>
          </a:solidFill>
          <a:ln/>
        </p:spPr>
      </p:sp>
      <p:pic>
        <p:nvPicPr>
          <p:cNvPr id="58" name="Image 1" descr="/home/claude/regex_ppt/icons/filetext.png">
            <a:extLst>
              <a:ext uri="{FF2B5EF4-FFF2-40B4-BE49-F238E27FC236}">
                <a16:creationId xmlns:a16="http://schemas.microsoft.com/office/drawing/2014/main" id="{DB6FDD6A-DF6B-0EBD-1473-46668A0C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481" y="1929841"/>
            <a:ext cx="291694" cy="291694"/>
          </a:xfrm>
          <a:prstGeom prst="rect">
            <a:avLst/>
          </a:prstGeom>
        </p:spPr>
      </p:pic>
      <p:sp>
        <p:nvSpPr>
          <p:cNvPr id="60" name="Text 8">
            <a:extLst>
              <a:ext uri="{FF2B5EF4-FFF2-40B4-BE49-F238E27FC236}">
                <a16:creationId xmlns:a16="http://schemas.microsoft.com/office/drawing/2014/main" id="{ECC147E6-AC26-2F5B-FEED-F93F2E2C7EC5}"/>
              </a:ext>
            </a:extLst>
          </p:cNvPr>
          <p:cNvSpPr/>
          <p:nvPr/>
        </p:nvSpPr>
        <p:spPr>
          <a:xfrm>
            <a:off x="464515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Analysis</a:t>
            </a:r>
            <a:endParaRPr lang="en-US" sz="135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92582E37-8BD1-9AE0-766F-2C2ACA433EDE}"/>
              </a:ext>
            </a:extLst>
          </p:cNvPr>
          <p:cNvSpPr/>
          <p:nvPr/>
        </p:nvSpPr>
        <p:spPr>
          <a:xfrm>
            <a:off x="4645152" y="288036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timestamps, error codes, and IPs from server and app logs.</a:t>
            </a:r>
            <a:endParaRPr lang="en-US" sz="1050" dirty="0"/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4ED6A77F-8B3E-28D2-1399-C824E4DFC3F5}"/>
              </a:ext>
            </a:extLst>
          </p:cNvPr>
          <p:cNvSpPr/>
          <p:nvPr/>
        </p:nvSpPr>
        <p:spPr>
          <a:xfrm>
            <a:off x="8229600" y="1554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16B53B91-E6FC-5F14-884D-90186357B49B}"/>
              </a:ext>
            </a:extLst>
          </p:cNvPr>
          <p:cNvSpPr/>
          <p:nvPr/>
        </p:nvSpPr>
        <p:spPr>
          <a:xfrm>
            <a:off x="8485632" y="1810512"/>
            <a:ext cx="530352" cy="530352"/>
          </a:xfrm>
          <a:prstGeom prst="ellipse">
            <a:avLst/>
          </a:prstGeom>
          <a:solidFill>
            <a:srgbClr val="16A085"/>
          </a:solidFill>
          <a:ln/>
        </p:spPr>
      </p:sp>
      <p:pic>
        <p:nvPicPr>
          <p:cNvPr id="68" name="Image 2" descr="/home/claude/regex_ppt/icons/database.png">
            <a:extLst>
              <a:ext uri="{FF2B5EF4-FFF2-40B4-BE49-F238E27FC236}">
                <a16:creationId xmlns:a16="http://schemas.microsoft.com/office/drawing/2014/main" id="{53882856-2A51-CC17-417A-52C7AB6F3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961" y="1929841"/>
            <a:ext cx="291694" cy="291694"/>
          </a:xfrm>
          <a:prstGeom prst="rect">
            <a:avLst/>
          </a:prstGeom>
        </p:spPr>
      </p:pic>
      <p:sp>
        <p:nvSpPr>
          <p:cNvPr id="70" name="Text 12">
            <a:extLst>
              <a:ext uri="{FF2B5EF4-FFF2-40B4-BE49-F238E27FC236}">
                <a16:creationId xmlns:a16="http://schemas.microsoft.com/office/drawing/2014/main" id="{7ED151C6-1CB6-5AEB-9370-0C4BE5A954FA}"/>
              </a:ext>
            </a:extLst>
          </p:cNvPr>
          <p:cNvSpPr/>
          <p:nvPr/>
        </p:nvSpPr>
        <p:spPr>
          <a:xfrm>
            <a:off x="848563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ETL</a:t>
            </a:r>
            <a:endParaRPr lang="en-US" sz="1350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05EE5162-7AC3-92C0-0CE7-3AB37D094CFE}"/>
              </a:ext>
            </a:extLst>
          </p:cNvPr>
          <p:cNvSpPr/>
          <p:nvPr/>
        </p:nvSpPr>
        <p:spPr>
          <a:xfrm>
            <a:off x="8485632" y="2880360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dates, currencies, and whitespace before loading pipelines.</a:t>
            </a:r>
            <a:endParaRPr lang="en-US" sz="1050" dirty="0"/>
          </a:p>
        </p:txBody>
      </p:sp>
      <p:sp>
        <p:nvSpPr>
          <p:cNvPr id="74" name="Shape 14">
            <a:extLst>
              <a:ext uri="{FF2B5EF4-FFF2-40B4-BE49-F238E27FC236}">
                <a16:creationId xmlns:a16="http://schemas.microsoft.com/office/drawing/2014/main" id="{BE95B697-681A-DF4A-54C0-6389B164CC7D}"/>
              </a:ext>
            </a:extLst>
          </p:cNvPr>
          <p:cNvSpPr/>
          <p:nvPr/>
        </p:nvSpPr>
        <p:spPr>
          <a:xfrm>
            <a:off x="548640" y="377647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</p:sp>
      <p:sp>
        <p:nvSpPr>
          <p:cNvPr id="76" name="Shape 15">
            <a:extLst>
              <a:ext uri="{FF2B5EF4-FFF2-40B4-BE49-F238E27FC236}">
                <a16:creationId xmlns:a16="http://schemas.microsoft.com/office/drawing/2014/main" id="{A227F82F-65A1-B4E3-6A84-551AF1BF5A6C}"/>
              </a:ext>
            </a:extLst>
          </p:cNvPr>
          <p:cNvSpPr/>
          <p:nvPr/>
        </p:nvSpPr>
        <p:spPr>
          <a:xfrm>
            <a:off x="804672" y="4032504"/>
            <a:ext cx="530352" cy="530352"/>
          </a:xfrm>
          <a:prstGeom prst="ellipse">
            <a:avLst/>
          </a:prstGeom>
          <a:solidFill>
            <a:srgbClr val="16A085"/>
          </a:solidFill>
          <a:ln/>
        </p:spPr>
      </p:sp>
      <p:pic>
        <p:nvPicPr>
          <p:cNvPr id="78" name="Image 3" descr="/home/claude/regex_ppt/icons/globe.png">
            <a:extLst>
              <a:ext uri="{FF2B5EF4-FFF2-40B4-BE49-F238E27FC236}">
                <a16:creationId xmlns:a16="http://schemas.microsoft.com/office/drawing/2014/main" id="{AC28D4B1-AA49-BE4C-7CC8-9FC5E9F8B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01" y="4151833"/>
            <a:ext cx="291694" cy="291694"/>
          </a:xfrm>
          <a:prstGeom prst="rect">
            <a:avLst/>
          </a:prstGeom>
        </p:spPr>
      </p:pic>
      <p:sp>
        <p:nvSpPr>
          <p:cNvPr id="80" name="Text 16">
            <a:extLst>
              <a:ext uri="{FF2B5EF4-FFF2-40B4-BE49-F238E27FC236}">
                <a16:creationId xmlns:a16="http://schemas.microsoft.com/office/drawing/2014/main" id="{5F454C3B-30E6-D90C-AFA4-8F41BA389096}"/>
              </a:ext>
            </a:extLst>
          </p:cNvPr>
          <p:cNvSpPr/>
          <p:nvPr/>
        </p:nvSpPr>
        <p:spPr>
          <a:xfrm>
            <a:off x="804672" y="4690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350" dirty="0"/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5E14889B-3585-F8BB-9FE0-16A09BA2FABC}"/>
              </a:ext>
            </a:extLst>
          </p:cNvPr>
          <p:cNvSpPr/>
          <p:nvPr/>
        </p:nvSpPr>
        <p:spPr>
          <a:xfrm>
            <a:off x="804672" y="510235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structured fields out of raw HTML and scraped page text.</a:t>
            </a:r>
            <a:endParaRPr lang="en-US" sz="1050" dirty="0"/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DBB4D6B5-C540-4FE7-5190-8B378BDB9D31}"/>
              </a:ext>
            </a:extLst>
          </p:cNvPr>
          <p:cNvSpPr/>
          <p:nvPr/>
        </p:nvSpPr>
        <p:spPr>
          <a:xfrm>
            <a:off x="4389120" y="3776472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</p:sp>
      <p:sp>
        <p:nvSpPr>
          <p:cNvPr id="86" name="Shape 19">
            <a:extLst>
              <a:ext uri="{FF2B5EF4-FFF2-40B4-BE49-F238E27FC236}">
                <a16:creationId xmlns:a16="http://schemas.microsoft.com/office/drawing/2014/main" id="{1DDACEC4-1914-1707-79EB-BFF60F4CEAFF}"/>
              </a:ext>
            </a:extLst>
          </p:cNvPr>
          <p:cNvSpPr/>
          <p:nvPr/>
        </p:nvSpPr>
        <p:spPr>
          <a:xfrm>
            <a:off x="4645152" y="4032504"/>
            <a:ext cx="530352" cy="530352"/>
          </a:xfrm>
          <a:prstGeom prst="ellipse">
            <a:avLst/>
          </a:prstGeom>
          <a:solidFill>
            <a:srgbClr val="16A085"/>
          </a:solidFill>
          <a:ln/>
        </p:spPr>
      </p:sp>
      <p:pic>
        <p:nvPicPr>
          <p:cNvPr id="88" name="Image 4" descr="/home/claude/regex_ppt/icons/message.png">
            <a:extLst>
              <a:ext uri="{FF2B5EF4-FFF2-40B4-BE49-F238E27FC236}">
                <a16:creationId xmlns:a16="http://schemas.microsoft.com/office/drawing/2014/main" id="{B7C4874C-2A4E-6D8B-B488-3555FCBAA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481" y="4151833"/>
            <a:ext cx="291694" cy="291694"/>
          </a:xfrm>
          <a:prstGeom prst="rect">
            <a:avLst/>
          </a:prstGeom>
        </p:spPr>
      </p:pic>
      <p:sp>
        <p:nvSpPr>
          <p:cNvPr id="90" name="Text 20">
            <a:extLst>
              <a:ext uri="{FF2B5EF4-FFF2-40B4-BE49-F238E27FC236}">
                <a16:creationId xmlns:a16="http://schemas.microsoft.com/office/drawing/2014/main" id="{793AC97C-E14C-14E4-4832-624482E6D4BD}"/>
              </a:ext>
            </a:extLst>
          </p:cNvPr>
          <p:cNvSpPr/>
          <p:nvPr/>
        </p:nvSpPr>
        <p:spPr>
          <a:xfrm>
            <a:off x="4645152" y="4690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Tokenization</a:t>
            </a:r>
            <a:endParaRPr lang="en-US" sz="1350" dirty="0"/>
          </a:p>
        </p:txBody>
      </p:sp>
      <p:sp>
        <p:nvSpPr>
          <p:cNvPr id="92" name="Text 21">
            <a:extLst>
              <a:ext uri="{FF2B5EF4-FFF2-40B4-BE49-F238E27FC236}">
                <a16:creationId xmlns:a16="http://schemas.microsoft.com/office/drawing/2014/main" id="{1AF7091A-8A6A-58B7-A0B5-DA265B30BD1E}"/>
              </a:ext>
            </a:extLst>
          </p:cNvPr>
          <p:cNvSpPr/>
          <p:nvPr/>
        </p:nvSpPr>
        <p:spPr>
          <a:xfrm>
            <a:off x="4645152" y="510235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sentences, stripping punctuation, isolating hashtags &amp; mentions.</a:t>
            </a:r>
            <a:endParaRPr lang="en-US" sz="1050" dirty="0"/>
          </a:p>
        </p:txBody>
      </p:sp>
      <p:sp>
        <p:nvSpPr>
          <p:cNvPr id="104" name="Text 26">
            <a:extLst>
              <a:ext uri="{FF2B5EF4-FFF2-40B4-BE49-F238E27FC236}">
                <a16:creationId xmlns:a16="http://schemas.microsoft.com/office/drawing/2014/main" id="{943EB7BC-2BFE-C146-EF50-9BE7366D8A9D}"/>
              </a:ext>
            </a:extLst>
          </p:cNvPr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6" name="Text 27">
            <a:extLst>
              <a:ext uri="{FF2B5EF4-FFF2-40B4-BE49-F238E27FC236}">
                <a16:creationId xmlns:a16="http://schemas.microsoft.com/office/drawing/2014/main" id="{ED06C1B4-8DB7-E726-0DE4-6AD035A1901F}"/>
              </a:ext>
            </a:extLst>
          </p:cNvPr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4526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RELY ON REGEX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Regular Expressions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1905610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773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text searching across huge documents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2774290"/>
            <a:ext cx="230429" cy="230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642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and reduces manual effort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2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3642970"/>
            <a:ext cx="230429" cy="2304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35112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overall data quality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263640" y="18288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3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50" y="1905610"/>
            <a:ext cx="230429" cy="2304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30568" y="1773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automation of repetitive text tasks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263640" y="26974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8" name="Image 4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50" y="2774290"/>
            <a:ext cx="230429" cy="23042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30568" y="26426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almost every programming language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63640" y="35661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5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50" y="3642970"/>
            <a:ext cx="230429" cy="23042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30568" y="35112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easily with Python, Java, JavaScript &amp; more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97280" y="3657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640080" y="658368"/>
            <a:ext cx="329184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Turns Messy Text Into Structured Signal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24999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3957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is one of the most useful tools in NLP text preprocessing.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0266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0" name="Image 1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3103474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9992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cleans, extracts, validates, and organizes text before analysis.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2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3706978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6027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understand meaning — that’s where ML models take over.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23367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3" descr="/home/claude/regex_ppt/icons2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4310482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07008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3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must-have skill for NLP, data science, and software development.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928616"/>
            <a:ext cx="10881360" cy="0"/>
          </a:xfrm>
          <a:prstGeom prst="line">
            <a:avLst/>
          </a:prstGeom>
          <a:noFill/>
          <a:ln w="12700">
            <a:solidFill>
              <a:srgbClr val="2B356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40080" y="51114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640080" y="56784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DE1EE7-34A4-1920-4891-386B800F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A05A2F-19E0-FBF1-9813-0C2DA29D2FBE}"/>
              </a:ext>
            </a:extLst>
          </p:cNvPr>
          <p:cNvSpPr/>
          <p:nvPr/>
        </p:nvSpPr>
        <p:spPr>
          <a:xfrm>
            <a:off x="-1097280" y="3657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0902C7-8F7B-E8DB-8035-A8B39C133C65}"/>
              </a:ext>
            </a:extLst>
          </p:cNvPr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B695A8-DDDC-D741-A1A5-D5DB8564CDBE}"/>
              </a:ext>
            </a:extLst>
          </p:cNvPr>
          <p:cNvSpPr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3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353294-12EA-3FF3-9FB7-A9210B04C944}"/>
              </a:ext>
            </a:extLst>
          </p:cNvPr>
          <p:cNvSpPr/>
          <p:nvPr/>
        </p:nvSpPr>
        <p:spPr>
          <a:xfrm>
            <a:off x="7712051" y="2682850"/>
            <a:ext cx="1355749" cy="1276502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/home/claude/regex_ppt/icons2/checkcircle.png">
            <a:extLst>
              <a:ext uri="{FF2B5EF4-FFF2-40B4-BE49-F238E27FC236}">
                <a16:creationId xmlns:a16="http://schemas.microsoft.com/office/drawing/2014/main" id="{A9CE626A-4FA7-8530-89E6-6BD180299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40" y="2753716"/>
            <a:ext cx="1134770" cy="113477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9B80E6C1-F097-385C-88C6-6FEBC73FCA47}"/>
              </a:ext>
            </a:extLst>
          </p:cNvPr>
          <p:cNvSpPr/>
          <p:nvPr/>
        </p:nvSpPr>
        <p:spPr>
          <a:xfrm>
            <a:off x="1207008" y="23957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DA12623-0A90-D4AE-7334-F702A4DDE051}"/>
              </a:ext>
            </a:extLst>
          </p:cNvPr>
          <p:cNvSpPr/>
          <p:nvPr/>
        </p:nvSpPr>
        <p:spPr>
          <a:xfrm>
            <a:off x="1207008" y="29992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EEE60BB-F61D-D8E3-1E88-0E62438038E8}"/>
              </a:ext>
            </a:extLst>
          </p:cNvPr>
          <p:cNvSpPr/>
          <p:nvPr/>
        </p:nvSpPr>
        <p:spPr>
          <a:xfrm>
            <a:off x="1207008" y="36027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EEB9975-1675-2B3A-F2C5-3AD9CAAF1887}"/>
              </a:ext>
            </a:extLst>
          </p:cNvPr>
          <p:cNvSpPr/>
          <p:nvPr/>
        </p:nvSpPr>
        <p:spPr>
          <a:xfrm>
            <a:off x="1207008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36C0F65-41DB-D254-18E1-91C3B90C6D16}"/>
              </a:ext>
            </a:extLst>
          </p:cNvPr>
          <p:cNvSpPr/>
          <p:nvPr/>
        </p:nvSpPr>
        <p:spPr>
          <a:xfrm>
            <a:off x="3470910" y="3046781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BF49D9C1-FAA3-79CC-293E-7D9286E045F9}"/>
              </a:ext>
            </a:extLst>
          </p:cNvPr>
          <p:cNvSpPr/>
          <p:nvPr/>
        </p:nvSpPr>
        <p:spPr>
          <a:xfrm>
            <a:off x="640080" y="56784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59545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638</Words>
  <Application>Microsoft Office PowerPoint</Application>
  <PresentationFormat>Widescreen</PresentationFormat>
  <Paragraphs>122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DEEKSHITH T</cp:lastModifiedBy>
  <cp:revision>5</cp:revision>
  <dcterms:created xsi:type="dcterms:W3CDTF">2026-07-28T03:11:19Z</dcterms:created>
  <dcterms:modified xsi:type="dcterms:W3CDTF">2026-07-30T08:36:58Z</dcterms:modified>
</cp:coreProperties>
</file>